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Ảnh Codex 13_05_46 21 thg 9, 202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Ảnh Codex 13_05_47 21 thg 9, 2026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Ảnh Codex 13_05_49 21 thg 9, 2026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Ảnh Codex 13_05_50 21 thg 9, 2026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Ảnh Codex 13_05_52 21 thg 9, 2026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Ảnh Codex 13_05_54 21 thg 9, 2026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Ảnh Codex 13_05_55 21 thg 9, 2026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Ảnh Codex 13_05_57 21 thg 9, 2026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Ảnh Codex 13_05_59 21 thg 9, 2026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Ảnh Codex 13_06_01 21 thg 9, 2026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